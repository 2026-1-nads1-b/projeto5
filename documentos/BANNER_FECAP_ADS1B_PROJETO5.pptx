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68" autoAdjust="0"/>
  </p:normalViewPr>
  <p:slideViewPr>
    <p:cSldViewPr snapToGrid="0">
      <p:cViewPr>
        <p:scale>
          <a:sx n="42" d="100"/>
          <a:sy n="42" d="100"/>
        </p:scale>
        <p:origin x="1014" y="-1464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4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833688" y="121642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85103" y="1332191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0" y="3862327"/>
            <a:ext cx="28813765" cy="2797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1005"/>
              </a:lnSpc>
            </a:pPr>
            <a:r>
              <a:rPr lang="pt-BR" sz="9000" b="1" i="0" dirty="0">
                <a:solidFill>
                  <a:srgbClr val="1F2328"/>
                </a:solidFill>
                <a:effectLst/>
                <a:latin typeface="Mona Sans VF"/>
              </a:rPr>
              <a:t>Projeto Interdisciplinar - Assinaturas de Jogos Educacionais</a:t>
            </a:r>
          </a:p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0"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2284655" y="5214966"/>
            <a:ext cx="24286089" cy="307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latin typeface="Open Sans"/>
                <a:ea typeface="Open Sans"/>
                <a:cs typeface="Open Sans"/>
                <a:sym typeface="Open Sans"/>
              </a:rPr>
              <a:t>Guilherme Ryuki</a:t>
            </a: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Daniel Sulato, Daniel Camara, Pedro Luzivotto</a:t>
            </a:r>
            <a:endParaRPr dirty="0"/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 dirty="0">
                <a:latin typeface="Open Sans"/>
                <a:ea typeface="Open Sans"/>
                <a:cs typeface="Open Sans"/>
                <a:sym typeface="Open Sans"/>
              </a:rPr>
              <a:t>Francisco Escobar</a:t>
            </a:r>
            <a:r>
              <a:rPr lang="en-US" sz="4762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Katia Bossi, Renata Muniz, Robson de Oliveira, Marcelo Amorim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dirty="0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/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2098829"/>
            <a:ext cx="12562800" cy="663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projeto foi desenvolvido utilizando tecnologias que garantem eficiência, organização e bom desempenho da aplicação.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C# (.NET)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Desenvolvimento da aplicação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WinForms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Interface desktop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SQL Server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Banco de dados local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ADO.NET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Acesso e manipulação de dados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Draw.io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Modelagem do sistema</a:t>
            </a:r>
          </a:p>
          <a:p>
            <a:pPr marL="514350" marR="0" lvl="0" indent="-5143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488520" y="11051473"/>
            <a:ext cx="12497952" cy="8634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 o crescimento do uso de jogos educacionais nas escolas, surge o desafio da falta de controle e gestão dessas plataformas.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Muitas instituições não possuem ferramentas adequadas para gerenciar assinaturas, controlar acessos e acompanhar o consumo mensal, gerando desorganização, uso indevido e dificuldade no controle dos limites.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Além disso, a ausência de relatórios claros compromete a análise e a tomada de decisões, tornando essencial uma solução mais segura e eficiente para esse cenário.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95875" y="21520437"/>
            <a:ext cx="12562800" cy="7864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Desenvolver uma aplicação desktop para centralizar e otimizar a gestão de jogos educacionais utilizados por escolas.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solução permitirá o controle de assinaturas, validação de acessos por IP e monitoramento do consumo mensal, além de oferecer um catálogo de jogos conforme o pacote contratado e relatórios para acompanhamento.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 isso, a plataforma busca proporcionar mais organização, controle e eficiência no uso dos recursos educacionais.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/>
          </a:p>
        </p:txBody>
      </p:sp>
      <p:sp>
        <p:nvSpPr>
          <p:cNvPr id="139" name="Google Shape;139;p1"/>
          <p:cNvSpPr txBox="1"/>
          <p:nvPr/>
        </p:nvSpPr>
        <p:spPr>
          <a:xfrm>
            <a:off x="15509262" y="11201836"/>
            <a:ext cx="12091247" cy="848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Estrutura inicial do sistema desenvolvida com validação por IP autorizado.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Modelagem conceitual do banco de dados para escolas, pacotes, games e logs.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Protótipo Desktop em C# integrado ao SQL Server LocalDB.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Organização da arquitetura em camadas para modularidade e manutenção.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Fluxo principal definido: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Login → Validação → Catálogo → Registro de acesso</a:t>
            </a:r>
            <a:r>
              <a:rPr lang="pt-BR" sz="3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en-US" sz="3430" dirty="0">
              <a:solidFill>
                <a:srgbClr val="000000"/>
              </a:solidFill>
              <a:latin typeface="Open Sans" pitchFamily="2" charset="0"/>
              <a:ea typeface="Open Sans" pitchFamily="2" charset="0"/>
              <a:cs typeface="Open Sans" pitchFamily="2" charset="0"/>
              <a:sym typeface="Open Sans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43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59EE13A-FB59-E62C-E80C-130A2A171C33}"/>
              </a:ext>
            </a:extLst>
          </p:cNvPr>
          <p:cNvSpPr txBox="1"/>
          <p:nvPr/>
        </p:nvSpPr>
        <p:spPr>
          <a:xfrm>
            <a:off x="15895714" y="32218079"/>
            <a:ext cx="10841465" cy="3966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Microsoft .NET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Windows Forms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Microsoft SQL Server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SOMMERVILLE, Ian – Engenharia de Software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KUROSE &amp; ROSS – Redes de Computadores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FA6135E-967B-F9D3-FCD7-8AF288A1CC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81352" y="19686466"/>
            <a:ext cx="12177081" cy="101444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375</Words>
  <Application>Microsoft Office PowerPoint</Application>
  <PresentationFormat>Personalizar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Open Sans</vt:lpstr>
      <vt:lpstr>Calibri</vt:lpstr>
      <vt:lpstr>Mona Sans VF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Guilherme Ryuki Kawahira</dc:creator>
  <cp:lastModifiedBy>Guilherme_RK</cp:lastModifiedBy>
  <cp:revision>2</cp:revision>
  <dcterms:created xsi:type="dcterms:W3CDTF">2006-08-16T00:00:00Z</dcterms:created>
  <dcterms:modified xsi:type="dcterms:W3CDTF">2026-05-14T06:24:25Z</dcterms:modified>
</cp:coreProperties>
</file>