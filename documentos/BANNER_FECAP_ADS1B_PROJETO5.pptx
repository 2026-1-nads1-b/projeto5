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Open Sans" panose="020B060603050402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6" d="100"/>
          <a:sy n="26" d="100"/>
        </p:scale>
        <p:origin x="1314" y="804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833688" y="121642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85103" y="1332191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0" y="3862327"/>
            <a:ext cx="28813765" cy="2797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1005"/>
              </a:lnSpc>
            </a:pPr>
            <a:r>
              <a:rPr lang="pt-BR" sz="9000" b="1" i="0" dirty="0">
                <a:solidFill>
                  <a:srgbClr val="1F2328"/>
                </a:solidFill>
                <a:effectLst/>
                <a:latin typeface="Mona Sans VF"/>
              </a:rPr>
              <a:t>Projeto Interdisciplinar - Assinaturas de Jogos Educacionais</a:t>
            </a:r>
          </a:p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0"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2284655" y="5214966"/>
            <a:ext cx="24286089" cy="307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Guilherme Ryuki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Daniel </a:t>
            </a: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Sulato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Daniel Camara, Pedro </a:t>
            </a: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Luzivotto</a:t>
            </a:r>
            <a:endParaRPr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4762" dirty="0">
                <a:latin typeface="Open Sans"/>
                <a:ea typeface="Open Sans"/>
                <a:cs typeface="Open Sans"/>
                <a:sym typeface="Open Sans"/>
              </a:rPr>
              <a:t>Francisco Escobar</a:t>
            </a:r>
            <a:r>
              <a:rPr lang="en-US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Katia </a:t>
            </a:r>
            <a:r>
              <a:rPr lang="en-US" sz="47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Bossi</a:t>
            </a:r>
            <a:r>
              <a:rPr lang="en-US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Renata Muniz, Robson de Oliveira, Marcelo Amorim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dirty="0"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2098829"/>
            <a:ext cx="12562800" cy="663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projeto foi desenvolvido utilizando tecnologias que garantem eficiência, organização e bom desempenho da aplicação.</a:t>
            </a:r>
          </a:p>
          <a:p>
            <a:pPr>
              <a:lnSpc>
                <a:spcPct val="15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</a:t>
            </a: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C# (.NET)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Desenvolvimento da aplicação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</a:t>
            </a:r>
            <a:r>
              <a:rPr lang="pt-BR" sz="343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WinForms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Interface desktop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</a:t>
            </a:r>
            <a:r>
              <a:rPr lang="pt-BR" sz="343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SQLite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Banco de dados local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</a:t>
            </a: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ADO.NET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Acesso e manipulação de dados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</a:t>
            </a: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Draw.io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Modelagem do sistema</a:t>
            </a:r>
          </a:p>
          <a:p>
            <a:pPr marL="514350" marR="0" lvl="0" indent="-5143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/>
          </a:p>
        </p:txBody>
      </p:sp>
      <p:sp>
        <p:nvSpPr>
          <p:cNvPr id="136" name="Google Shape;136;p1"/>
          <p:cNvSpPr txBox="1"/>
          <p:nvPr/>
        </p:nvSpPr>
        <p:spPr>
          <a:xfrm>
            <a:off x="1660723" y="10825769"/>
            <a:ext cx="12497952" cy="863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 o crescimento do uso de jogos educacionais nas escolas, surge o desafio da falta de controle e gestão dessas plataformas.</a:t>
            </a:r>
          </a:p>
          <a:p>
            <a:pPr>
              <a:lnSpc>
                <a:spcPct val="15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Muitas instituições não possuem ferramentas adequadas para gerenciar assinaturas, controlar acessos e acompanhar o consumo mensal, gerando desorganização, uso indevido e dificuldade no controle dos limites.</a:t>
            </a:r>
          </a:p>
          <a:p>
            <a:pPr>
              <a:lnSpc>
                <a:spcPct val="15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Além disso, a ausência de relatórios claros compromete a análise e a tomada de decisões, tornando essencial uma solução mais segura e eficiente para esse cenário.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792836" y="21428668"/>
            <a:ext cx="12562800" cy="78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Desenvolver uma aplicação desktop para centralizar e otimizar a gestão de jogos educacionais utilizados por escolas.</a:t>
            </a:r>
          </a:p>
          <a:p>
            <a:pPr>
              <a:lnSpc>
                <a:spcPct val="15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solução permitirá o controle de assinaturas, validação de acessos por IP e monitoramento do consumo mensal, além de oferecer um catálogo de jogos conforme o pacote contratado e relatórios para acompanhamento.</a:t>
            </a:r>
          </a:p>
          <a:p>
            <a:pPr>
              <a:lnSpc>
                <a:spcPct val="15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 isso, a plataforma busca proporcionar mais organização, controle e eficiência no uso dos recursos educacionais.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1698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✔️Definição das regras lógicas para controle de acesso ao sistema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✔️ Estruturação das condições de validação (pacote, IP e limite)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✔️ Modelagem inicial dos requisitos funcionais e não funcionais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✔️ Levantamento e organização das regras de negócio do sistema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✔️ Desenvolvimento inicial da lógica algorítmica (fluxo de acesso)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✔️ Planejamento da estrutura do sistema e suas funcionalidades</a:t>
            </a:r>
            <a:r>
              <a:rPr lang="en-US" sz="343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3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algn="ctr">
              <a:lnSpc>
                <a:spcPct val="150000"/>
              </a:lnSpc>
            </a:pPr>
            <a:r>
              <a:rPr lang="pt-BR" sz="476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PRÓXIMOS PASSOS</a:t>
            </a:r>
          </a:p>
          <a:p>
            <a:pPr>
              <a:lnSpc>
                <a:spcPct val="15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✔️ Desenvolvimento do banco de dados (</a:t>
            </a:r>
            <a:r>
              <a:rPr lang="pt-BR" sz="343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SQLite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✔️ Implementação dos cadastros (escolas, pacotes e games)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✔️ Criação do sistema de login com validação de acesso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✔️ Integração entre aplicação e banco de dados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✔️ Implementação do controle de acessos mensais</a:t>
            </a:r>
            <a:b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✔️ Desenvolvimento dos relatórios de uso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Microsoft Office PowerPoint</Application>
  <PresentationFormat>Personalizar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Open Sans</vt:lpstr>
      <vt:lpstr>Mona Sans VF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Guilherme Ryuki Kawahira</dc:creator>
  <cp:lastModifiedBy>Guilherme Ryuki Kawahira</cp:lastModifiedBy>
  <cp:revision>1</cp:revision>
  <dcterms:created xsi:type="dcterms:W3CDTF">2006-08-16T00:00:00Z</dcterms:created>
  <dcterms:modified xsi:type="dcterms:W3CDTF">2026-05-04T21:34:10Z</dcterms:modified>
</cp:coreProperties>
</file>